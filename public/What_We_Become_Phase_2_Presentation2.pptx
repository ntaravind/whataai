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 template-Phase-2.pptx.pd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74519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“What We Become” – A Choices Based RPG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5059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PROJECT GROUP ID: 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0779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Name1: NT Aravind        USN1: 1RVU23BSC094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Name2: Sharanya R        USN2: 1RVU23BSC133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03320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Guided By: S Aruna        Designation: Assistant 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96512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School of Computer Science and Engineering (SoCSE), RV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 template-Phase-2.pptx.pdf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0" y="502920"/>
            <a:ext cx="4846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65836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" y="1572768"/>
          <a:ext cx="9162288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554480"/>
                <a:gridCol w="1325880"/>
                <a:gridCol w="1188720"/>
                <a:gridCol w="777240"/>
                <a:gridCol w="1188720"/>
                <a:gridCol w="1280160"/>
                <a:gridCol w="125272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Times New Roman"/>
                        </a:rPr>
                        <a:t>SN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Times New Roman"/>
                        </a:rPr>
                        <a:t>Author(s)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Times New Roman"/>
                        </a:rPr>
                        <a:t>Paper Title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Times New Roman"/>
                        </a:rPr>
                        <a:t>Journal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latin typeface="Times New Roman"/>
                        </a:rPr>
                        <a:t>Year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Times New Roman"/>
                        </a:rPr>
                        <a:t>Research Findings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Times New Roman"/>
                        </a:rPr>
                        <a:t>Research Gap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Times New Roman"/>
                        </a:rPr>
                        <a:t>Download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latin typeface="Times New Roman"/>
                        </a:rPr>
                        <a:t>1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Ferreira et al.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Exploring empathy in cyberbullying with serious games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Computers &amp; Education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latin typeface="Times New Roman"/>
                        </a:rPr>
                        <a:t>2021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Game play was associated with higher cognitive empathy, empathic concern and affective empathy.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Focused on adolescent bystanders and one multiplayer scenario.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doi.org/10.1016/j.compedu.2021.104155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latin typeface="Times New Roman"/>
                        </a:rPr>
                        <a:t>2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Calvo-Morata et al.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Serious games to prevent and detect bullying and cyberbullying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Computers &amp; Education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latin typeface="Times New Roman"/>
                        </a:rPr>
                        <a:t>2020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Review found 33 games with varied mechanics; serious games can support awareness, empathy and coping strategies.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Only 8 reviewed games were available; evidence of effectiveness was uneven.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doi.org/10.1016/j.compedu.2020.103958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latin typeface="Times New Roman"/>
                        </a:rPr>
                        <a:t>3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DeSmet et al.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Friendly Attac serious digital game for prosocial bystander behavior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Computers in Human Behavior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latin typeface="Times New Roman"/>
                        </a:rPr>
                        <a:t>2018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Positive effects were found for predictors of prosocial behavior and quality of life.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No significant effect was found on actual bystander behavior or bullying prevalence.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doi.org/10.1016/j.chb.2017.11.040</a:t>
                      </a:r>
                    </a:p>
                  </a:txBody>
                  <a:tcPr marL="22860" marR="22860" marT="18288" marB="18288" anchor="ctr">
                    <a:solidFill>
                      <a:srgbClr val="FAFAF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latin typeface="Times New Roman"/>
                        </a:rPr>
                        <a:t>4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Wei et al.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Amplifying Player Experience to Facilitate Prosocial Outcomes in a Narrative-Based Serious Game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Media and Communication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latin typeface="Times New Roman"/>
                        </a:rPr>
                        <a:t>2025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Player-avatar similarity and in-game control were tested; effects varied by player perspective.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Need to integrate effective game features into richer, choice-driven narratives.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latin typeface="Times New Roman"/>
                        </a:rPr>
                        <a:t>doi.org/10.17645/mac.8637</a:t>
                      </a:r>
                    </a:p>
                  </a:txBody>
                  <a:tcPr marL="22860" marR="22860" marT="18288" marB="18288" anchor="ctr">
                    <a:solidFill>
                      <a:srgbClr val="CDCDC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925312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latin typeface="Times New Roman"/>
              </a:rPr>
              <a:t>RESEARCH GAP: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5925312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latin typeface="Times New Roman"/>
              </a:rPr>
              <a:t>Existing games show empathy/prosocial potential; our project links player choices to relationships, reputation and multiple long-term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 template-Phase-2.pptx.pdf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49039" y="804672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Times New Roman"/>
              </a:rPr>
              <a:t>VIVA-VOCE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Times New Roman"/>
              </a:rPr>
              <a:t>1. What problem does your project address?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73352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Times New Roman"/>
              </a:rPr>
              <a:t>Cyberbullying, online harassment, social-media validation, peer pressure and the resulting effects on relationships, academics, self-esteem and digital citizenship.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Times New Roman"/>
              </a:rPr>
              <a:t>2. Why use an RPG instead of a conventional awareness program?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59152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Times New Roman"/>
              </a:rPr>
              <a:t>The player experiences situations and consequences through choices, making the learning interactive rather than purely instructional.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Times New Roman"/>
              </a:rPr>
              <a:t>3. What is innovative about the project?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044952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Times New Roman"/>
              </a:rPr>
              <a:t>Hidden choices, branching narrative, dynamic hometown effects, realistic motivations for bullying, a cycle-breaking scenario and multiple endings.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Times New Roman"/>
              </a:rPr>
              <a:t>4. What are the main outcomes affected by player choices?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730752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Times New Roman"/>
              </a:rPr>
              <a:t>Confidence, empathy, reputation, academic focus, digital influence and hometown prosperity.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Times New Roman"/>
              </a:rPr>
              <a:t>5. What did the literature survey show?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416552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Times New Roman"/>
              </a:rPr>
              <a:t>Serious games can support awareness, empathy and prosocial outcomes, while studies also show limits in translating game effects into sustained real-world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Times New Roman"/>
              </a:rPr>
              <a:t>6. What is your research gap?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5102352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Times New Roman"/>
              </a:rPr>
              <a:t>Our project focuses on combining these findings into a choice-driven RPG where consequences propagate across the protagonist, relationships, online reputation and hometown.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Times New Roman"/>
              </a:rPr>
              <a:t>7. What technologies are used?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788152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Times New Roman"/>
              </a:rPr>
              <a:t>Unity 3D, C#, XR Interaction Toolkit, Blender, Visual Studio/VS Code, and Git/GitHub; compatible VR hardware is targeted.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19963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Be prepared to explain your individual contribution, gameplay flow, branching logic, implementation status and how the project differs from existing serious games.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